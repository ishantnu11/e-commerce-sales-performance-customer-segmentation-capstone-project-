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0" r:id="rId6"/>
    <p:sldId id="301" r:id="rId7"/>
    <p:sldId id="302" r:id="rId8"/>
    <p:sldId id="305" r:id="rId9"/>
    <p:sldId id="304" r:id="rId10"/>
    <p:sldId id="306" r:id="rId11"/>
    <p:sldId id="303" r:id="rId12"/>
    <p:sldId id="309" r:id="rId13"/>
    <p:sldId id="308" r:id="rId14"/>
    <p:sldId id="311" r:id="rId15"/>
    <p:sldId id="310" r:id="rId16"/>
    <p:sldId id="307" r:id="rId17"/>
    <p:sldId id="31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CPU with binary numbers and blueprint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" y="981"/>
            <a:ext cx="12191980" cy="6857988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 fontScale="90000"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Internship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4400" dirty="0">
                <a:solidFill>
                  <a:schemeClr val="tx1"/>
                </a:solidFill>
              </a:rPr>
              <a:t>Studio 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4400" dirty="0">
                <a:solidFill>
                  <a:schemeClr val="tx1"/>
                </a:solidFill>
              </a:rPr>
              <a:t>DATA 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4400" dirty="0">
                <a:solidFill>
                  <a:schemeClr val="tx1"/>
                </a:solidFill>
              </a:rPr>
              <a:t>ANALYSIS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4400" dirty="0">
                <a:solidFill>
                  <a:schemeClr val="tx1"/>
                </a:solidFill>
              </a:rPr>
              <a:t>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 err="1"/>
              <a:t>ishantnu</a:t>
            </a:r>
            <a:endParaRPr lang="en-US" sz="1600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Response Plot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4D6E2A2-90A2-9BE1-7623-E1788C7C1A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17097" y="2108200"/>
            <a:ext cx="4618132" cy="3760788"/>
          </a:xfrm>
        </p:spPr>
      </p:pic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Transaction Amount Plot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F754773-FA54-F6EE-6B6F-FDF89CBC9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42413" y="2108200"/>
            <a:ext cx="4767499" cy="3760788"/>
          </a:xfrm>
        </p:spPr>
      </p:pic>
    </p:spTree>
    <p:extLst>
      <p:ext uri="{BB962C8B-B14F-4D97-AF65-F5344CB8AC3E}">
        <p14:creationId xmlns:p14="http://schemas.microsoft.com/office/powerpoint/2010/main" val="1124089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40304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Yearly Sales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837FAB9-3C31-A1FC-A27C-7EDB8FDA16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64029" y="1987825"/>
            <a:ext cx="7486865" cy="4336421"/>
          </a:xfrm>
        </p:spPr>
      </p:pic>
    </p:spTree>
    <p:extLst>
      <p:ext uri="{BB962C8B-B14F-4D97-AF65-F5344CB8AC3E}">
        <p14:creationId xmlns:p14="http://schemas.microsoft.com/office/powerpoint/2010/main" val="35801027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Top 5 Customers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074E508-D0A2-E1F6-0D05-DD45B8AF65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20731" y="2058505"/>
            <a:ext cx="5846192" cy="4196446"/>
          </a:xfrm>
        </p:spPr>
      </p:pic>
    </p:spTree>
    <p:extLst>
      <p:ext uri="{BB962C8B-B14F-4D97-AF65-F5344CB8AC3E}">
        <p14:creationId xmlns:p14="http://schemas.microsoft.com/office/powerpoint/2010/main" val="6732054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Top 5 sales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C093A24-E38E-3050-AD10-5BCEBB1911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65948" y="1969052"/>
            <a:ext cx="5848670" cy="4113696"/>
          </a:xfrm>
        </p:spPr>
      </p:pic>
    </p:spTree>
    <p:extLst>
      <p:ext uri="{BB962C8B-B14F-4D97-AF65-F5344CB8AC3E}">
        <p14:creationId xmlns:p14="http://schemas.microsoft.com/office/powerpoint/2010/main" val="19206533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127577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Monthly Sales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9DF09E9-A5F0-A16C-8E90-64A5CB0379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88999" y="1978991"/>
            <a:ext cx="8556585" cy="4232965"/>
          </a:xfrm>
        </p:spPr>
      </p:pic>
    </p:spTree>
    <p:extLst>
      <p:ext uri="{BB962C8B-B14F-4D97-AF65-F5344CB8AC3E}">
        <p14:creationId xmlns:p14="http://schemas.microsoft.com/office/powerpoint/2010/main" val="12526887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Churn Count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C9F9702-B8AF-C864-F4C3-013B042BE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65818" y="2108200"/>
            <a:ext cx="5520690" cy="3760788"/>
          </a:xfrm>
        </p:spPr>
      </p:pic>
    </p:spTree>
    <p:extLst>
      <p:ext uri="{BB962C8B-B14F-4D97-AF65-F5344CB8AC3E}">
        <p14:creationId xmlns:p14="http://schemas.microsoft.com/office/powerpoint/2010/main" val="40997876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Analysis of Top Customers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EE32C7C-A137-5320-8665-EB2E4CEEA0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17329" y="2068443"/>
            <a:ext cx="5110452" cy="4034183"/>
          </a:xfrm>
        </p:spPr>
      </p:pic>
    </p:spTree>
    <p:extLst>
      <p:ext uri="{BB962C8B-B14F-4D97-AF65-F5344CB8AC3E}">
        <p14:creationId xmlns:p14="http://schemas.microsoft.com/office/powerpoint/2010/main" val="40218221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Transactions based on Month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E6055B8-8927-D2C2-4B5A-0A24166D07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94609" y="1909417"/>
            <a:ext cx="8663741" cy="3760788"/>
          </a:xfrm>
        </p:spPr>
      </p:pic>
    </p:spTree>
    <p:extLst>
      <p:ext uri="{BB962C8B-B14F-4D97-AF65-F5344CB8AC3E}">
        <p14:creationId xmlns:p14="http://schemas.microsoft.com/office/powerpoint/2010/main" val="1785738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Total Transactions Per Year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847325-8E66-F1A7-FE93-EB447C56E4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96420" y="2150012"/>
            <a:ext cx="8859486" cy="3677163"/>
          </a:xfrm>
        </p:spPr>
      </p:pic>
    </p:spTree>
    <p:extLst>
      <p:ext uri="{BB962C8B-B14F-4D97-AF65-F5344CB8AC3E}">
        <p14:creationId xmlns:p14="http://schemas.microsoft.com/office/powerpoint/2010/main" val="1438815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Customer Response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8680A3F-EDFD-C4B0-61E8-65D64CAEDB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58314" y="2226223"/>
            <a:ext cx="8935697" cy="3524742"/>
          </a:xfrm>
        </p:spPr>
      </p:pic>
    </p:spTree>
    <p:extLst>
      <p:ext uri="{BB962C8B-B14F-4D97-AF65-F5344CB8AC3E}">
        <p14:creationId xmlns:p14="http://schemas.microsoft.com/office/powerpoint/2010/main" val="17482150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Customer Segment 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42E15B3-2870-2D78-5E28-95A75D6EC9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44025" y="2173828"/>
            <a:ext cx="8964276" cy="3629532"/>
          </a:xfrm>
        </p:spPr>
      </p:pic>
    </p:spTree>
    <p:extLst>
      <p:ext uri="{BB962C8B-B14F-4D97-AF65-F5344CB8AC3E}">
        <p14:creationId xmlns:p14="http://schemas.microsoft.com/office/powerpoint/2010/main" val="12730173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Customer Frequency 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32E0D89-6F77-ED59-D7D0-5FE518CD6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55958" y="2028687"/>
            <a:ext cx="6209746" cy="4007658"/>
          </a:xfrm>
        </p:spPr>
      </p:pic>
    </p:spTree>
    <p:extLst>
      <p:ext uri="{BB962C8B-B14F-4D97-AF65-F5344CB8AC3E}">
        <p14:creationId xmlns:p14="http://schemas.microsoft.com/office/powerpoint/2010/main" val="41001896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3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4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5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6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7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8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9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10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1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1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13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14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{B1E7CC23-D3AA-4888-A4F6-0D272D7FE048}tf22712842_win32</Template>
  <TotalTime>23</TotalTime>
  <Words>45</Words>
  <Application>Microsoft Office PowerPoint</Application>
  <PresentationFormat>Widescreen</PresentationFormat>
  <Paragraphs>15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Bookman Old Style</vt:lpstr>
      <vt:lpstr>Calibri</vt:lpstr>
      <vt:lpstr>Franklin Gothic Book</vt:lpstr>
      <vt:lpstr>Custom</vt:lpstr>
      <vt:lpstr>Internship Studio  DATA  ANALYSIS Project</vt:lpstr>
      <vt:lpstr>Response Plot </vt:lpstr>
      <vt:lpstr>Transaction Amount Plot </vt:lpstr>
      <vt:lpstr>Yearly Sales </vt:lpstr>
      <vt:lpstr>Top 5 Customers </vt:lpstr>
      <vt:lpstr>Top 5 sales </vt:lpstr>
      <vt:lpstr>Monthly Sales </vt:lpstr>
      <vt:lpstr>Churn Count </vt:lpstr>
      <vt:lpstr>Analysis of Top Customers </vt:lpstr>
      <vt:lpstr>Transactions based on Month </vt:lpstr>
      <vt:lpstr>Total Transactions Per Year</vt:lpstr>
      <vt:lpstr>Customer Response </vt:lpstr>
      <vt:lpstr>Customer Segment  </vt:lpstr>
      <vt:lpstr>Customer Frequency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Farhan Khan</dc:creator>
  <cp:lastModifiedBy>Ishantnu Rewri</cp:lastModifiedBy>
  <cp:revision>3</cp:revision>
  <dcterms:created xsi:type="dcterms:W3CDTF">2024-06-29T06:41:12Z</dcterms:created>
  <dcterms:modified xsi:type="dcterms:W3CDTF">2025-07-10T13:55:17Z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